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1"/>
  </p:sldIdLst>
  <p:sldSz cx="12192000" cy="6858000" type="screen16x9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>
</file>